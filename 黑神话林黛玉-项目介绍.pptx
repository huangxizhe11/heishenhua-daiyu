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微信图片_20260620224035_40_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0" y="1371600"/>
            <a:ext cx="3383280" cy="4572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94560"/>
                </a:solidFill>
                <a:latin typeface="微软雅黑"/>
              </a:defRPr>
            </a:pPr>
            <a:r>
              <a:t>腾讯黑客松  参赛作品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黑 神 话 · 林 黛 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ECDC4"/>
                </a:solidFill>
                <a:latin typeface="微软雅黑"/>
              </a:defRPr>
            </a:pPr>
            <a:r>
              <a:t>Black Myth: Lin Daiyu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931920"/>
            <a:ext cx="210312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D93D"/>
                </a:solidFill>
                <a:latin typeface="微软雅黑"/>
              </a:defRPr>
            </a:pPr>
            <a:r>
              <a:t>潇湘妃子，降世除魔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《黑神话：悟空》 × 《红楼梦》  ·  3D 动作角色扮演浏览器游戏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Three.js + WebAudio API  ·  全程序化生成  ·  零外部模型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创意来源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50535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微软雅黑"/>
              </a:defRPr>
            </a:pPr>
            <a:r>
              <a:t>两大中国文化 IP 的碰撞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🐵  《黑神话：悟空》— 顶级动作游戏的战斗体验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📕  《红楼梦》— 中国古典文学巅峰之作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4ECDC4"/>
                </a:solidFill>
                <a:latin typeface="微软雅黑"/>
              </a:defRPr>
            </a:pPr>
            <a:r>
              <a:t>将黛玉葬花化为战斗技能，将金陵十二简化为BOSS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50535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DC4"/>
                </a:solidFill>
                <a:latin typeface="微软雅黑"/>
              </a:defRPr>
            </a:pPr>
            <a:r>
              <a:t>化学反应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▸  葬花锄 → 葬花剑（近战武器）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▸  黛玉眼泪 → 泪雨术（远程法术）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▸  颦颦一笑 → 治疗 + 群体控制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▸  绛珠仙草 → 天魁星（终极技能）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D93D"/>
                </a:solidFill>
                <a:latin typeface="微软雅黑"/>
              </a:defRPr>
            </a:pPr>
            <a:r>
              <a:t>▸  金锁 · 妒火 · 风月宝镜 → 三大BOSS机制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150535"/>
          </a:solidFill>
          <a:ln w="127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微软雅黑"/>
              </a:defRPr>
            </a:pPr>
            <a:r>
              <a:t>故事背景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仙境崩塌，妖魔横行。绛珠仙草转世的林黛玉，手持花锄化成的神器，踏上降妖除魔之路。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穿越潇湘馆、荣国府、太虚幻境三大场景，击败薛宝钗、赵姨娘、镜中魔三大BOSS，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E94560"/>
                </a:solidFill>
                <a:latin typeface="微软雅黑"/>
              </a:defRPr>
            </a:pPr>
            <a:r>
              <a:t>拯救崩坏的红楼仙境。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核心玩法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56032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微软雅黑"/>
              </a:defRPr>
            </a:pPr>
            <a:r>
              <a:t>⚔️  战斗系统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连击系统：连续攻击伤害递增 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闪避翻滚：无敌帧 + 冷却时间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054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MP 技能系统：释放技能消耗MP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980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完美闪避 / 精确打击判定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906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低血量心跳视觉反馈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256032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微软雅黑"/>
              </a:defRPr>
            </a:pPr>
            <a:r>
              <a:t>🌟  四大技能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左键 · 葬花剑 — 基础近战连击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12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右键 · 泪雨术 — 远程花雨弹幕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054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Q · 天魁星 — 终极爆发（400伤害）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7980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E · 颦颦一笑 — 治疗+眩晕控制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0906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Space · 翻滚闪避（无敌帧）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371600"/>
            <a:ext cx="3383280" cy="256032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微软雅黑"/>
              </a:defRPr>
            </a:pPr>
            <a:r>
              <a:t>✨  视觉反馈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伤害数字浮动（普通/暴击/治疗）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212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屏幕震动 + 低血量红色心跳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054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连击计数器实时显示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7980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BOSS阶段转换全屏通告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0906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花瓣粒子全程飘落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06240"/>
            <a:ext cx="10698480" cy="237744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微软雅黑"/>
              </a:defRPr>
            </a:pPr>
            <a:r>
              <a:t>👹  三大 BOSS — 每个BOSS独有机制 + 三阶段变身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" y="4892040"/>
            <a:ext cx="548640" cy="5486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Arial" panose="020B0604020202090204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微软雅黑"/>
              </a:defRPr>
            </a:pPr>
            <a:r>
              <a:t>薛宝钗 · 金锁迷障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212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防御反击型</a:t>
            </a:r>
            <a:br/>
            <a:r>
              <a:t>寒气吐息(减速) + 牡丹绽放(定身)</a:t>
            </a:r>
            <a:br/>
            <a:r>
              <a:t>金锁格挡反弹 · HP: 5000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4892040"/>
            <a:ext cx="548640" cy="54864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Arial" panose="020B0604020202090204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微软雅黑"/>
              </a:defRPr>
            </a:pPr>
            <a:r>
              <a:t>赵姨娘 · 妒火炼狱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5212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远程召唤型</a:t>
            </a:r>
            <a:br/>
            <a:r>
              <a:t>纸人追踪 + 火焰吐息(多段)</a:t>
            </a:r>
            <a:br/>
            <a:r>
              <a:t>诅咒弹幕 · HP: 7000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4892040"/>
            <a:ext cx="548640" cy="5486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Arial" panose="020B0604020202090204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微软雅黑"/>
              </a:defRPr>
            </a:pPr>
            <a:r>
              <a:t>镜中魔 · 太虚幻境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5212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瞬移分身型</a:t>
            </a:r>
            <a:br/>
            <a:r>
              <a:t>镜片弹幕 + 瞬移斩击</a:t>
            </a:r>
            <a:br/>
            <a:r>
              <a:t>分身系统 + 碎裂AOE · HP: 10000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219456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微软雅黑"/>
              </a:defRPr>
            </a:pPr>
            <a:r>
              <a:t>🧊  Three.js r128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WebGL 3D 渲染引擎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程序化几何体建模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05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无外部模型/贴图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980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实时光照与粒子系统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371600"/>
            <a:ext cx="2468880" cy="219456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微软雅黑"/>
              </a:defRPr>
            </a:pPr>
            <a:r>
              <a:t>🔊  WebAudio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振荡器程序化音效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12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AI 生成 BGM (MiniMax)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05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5首原创配乐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980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实时音效混合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468880" cy="219456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微软雅黑"/>
              </a:defRPr>
            </a:pPr>
            <a:r>
              <a:t>⚡  纯前端技术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零构建工具 / 零框架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212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单 HTML 文件入口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05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原生 ES6+ JavaScript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980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CSS3 动画与布局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371600"/>
            <a:ext cx="2468880" cy="219456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6C1"/>
                </a:solidFill>
                <a:latin typeface="微软雅黑"/>
              </a:defRPr>
            </a:pPr>
            <a:r>
              <a:t>🤖  AI 辅助开发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MiniMax 生成 BGM 音乐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212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AI 生成宣传海报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505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Claude 辅助编码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7980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5小时完成全流程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40480"/>
            <a:ext cx="10698480" cy="2743200"/>
          </a:xfrm>
          <a:prstGeom prst="roundRect">
            <a:avLst/>
          </a:prstGeom>
          <a:solidFill>
            <a:srgbClr val="150535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微软雅黑"/>
              </a:defRPr>
            </a:pPr>
            <a:r>
              <a:t>📦  模块化架构 — 8 个 JS 模块，各司其职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480560"/>
            <a:ext cx="2468880" cy="9144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config.js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游戏配置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玩家/BOSS数值、颜色常量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40" y="4480560"/>
            <a:ext cx="2468880" cy="9144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8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4560"/>
                </a:solidFill>
                <a:latin typeface="微软雅黑"/>
              </a:defRPr>
            </a:pPr>
            <a:r>
              <a:t>levels.js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关卡定义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3关卡配置、剧情文本、掉落表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480560"/>
            <a:ext cx="2468880" cy="9144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微软雅黑"/>
              </a:defRPr>
            </a:pPr>
            <a:r>
              <a:t>audio.js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音频管理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WebAudio音效 + MP3 BGM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4480560"/>
            <a:ext cx="2468880" cy="9144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6C1"/>
                </a:solidFill>
                <a:latin typeface="微软雅黑"/>
              </a:defRPr>
            </a:pPr>
            <a:r>
              <a:t>world.js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世界生成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地形、天空、光照、粒子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5532120"/>
            <a:ext cx="2468880" cy="9144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player.js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玩家系统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黛玉模型、移动、战斗、状态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20440" y="5532120"/>
            <a:ext cx="2468880" cy="9144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188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4560"/>
                </a:solidFill>
                <a:latin typeface="微软雅黑"/>
              </a:defRPr>
            </a:pPr>
            <a:r>
              <a:t>boss.js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BOSS系统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1188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3个BOSS模型 + 独立AI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26480" y="5532120"/>
            <a:ext cx="2468880" cy="9144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微软雅黑"/>
              </a:defRPr>
            </a:pPr>
            <a:r>
              <a:t>vfx.js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视觉特效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粒子、弹幕、屏幕效果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32520" y="5532120"/>
            <a:ext cx="2468880" cy="9144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2396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6C1"/>
                </a:solidFill>
                <a:latin typeface="微软雅黑"/>
              </a:defRPr>
            </a:pPr>
            <a:r>
              <a:t>main.js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2396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游戏主循环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状态机、相机、UI绑定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角色设计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6C1"/>
                </a:solidFill>
                <a:latin typeface="微软雅黑"/>
              </a:defRPr>
            </a:pPr>
            <a:r>
              <a:t>🌸  林黛玉 — 主角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▸ 外观设计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紫色汉服（4层飘逸裙摆）· 金色腰带 · 发髻+5缕飘发 · 双飘带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50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▸ 武器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505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花锄神器 — 竹柄 + 红光刀刃 + 花朵装饰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895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▸ 表情系统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8950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忧虑眉 · 战斗表情变化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284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▸ 氛围效果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32841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发光光环环 · 花瓣粒子跟随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67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▸ 动作系统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7673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行走 · 奔跑 · 呼吸动画 · 攻击动作 · 翻滚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▸ 状态系统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206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减速（宝钗寒气）· 定身（牡丹绽放）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0"/>
            <a:ext cx="5029200" cy="155448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微软雅黑"/>
              </a:defRPr>
            </a:pPr>
            <a:r>
              <a:t>👑  薛宝钗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金色铠甲 · 流苏裙摆</a:t>
            </a:r>
            <a:br/>
            <a:r>
              <a:t>金锁/盾牌光环 · 牡丹纹饰</a:t>
            </a:r>
            <a:br/>
            <a:r>
              <a:t>防御反击型 · 冰系技能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08960"/>
            <a:ext cx="5029200" cy="155448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微软雅黑"/>
              </a:defRPr>
            </a:pPr>
            <a:r>
              <a:t>🔥  赵姨娘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5661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火焰主题 · 橙红配色</a:t>
            </a:r>
            <a:br/>
            <a:r>
              <a:t>火焰特效 · 纸人召唤</a:t>
            </a:r>
            <a:br/>
            <a:r>
              <a:t>远程召唤型 · 火系技能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46320"/>
            <a:ext cx="5029200" cy="155448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微软雅黑"/>
              </a:defRPr>
            </a:pPr>
            <a:r>
              <a:t>🪞  镜中魔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03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紫罗兰色 · 镜面碎片效果</a:t>
            </a:r>
            <a:br/>
            <a:r>
              <a:t>分身能力 · 瞬移特效</a:t>
            </a:r>
            <a:br/>
            <a:r>
              <a:t>瞬移分身型 · 幻系技能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视觉与世界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150535"/>
          </a:solidFill>
          <a:ln w="127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微软雅黑"/>
              </a:defRPr>
            </a:pPr>
            <a:r>
              <a:t>🎨  色彩体系 — 暗黑国风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640080" cy="64008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软雅黑"/>
              </a:defRPr>
            </a:pPr>
            <a:r>
              <a:t>攻击红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011680"/>
            <a:ext cx="640080" cy="64008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2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软雅黑"/>
              </a:defRPr>
            </a:pPr>
            <a:r>
              <a:t>治愈青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011680"/>
            <a:ext cx="640080" cy="64008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软雅黑"/>
              </a:defRPr>
            </a:pPr>
            <a:r>
              <a:t>宝藏金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011680"/>
            <a:ext cx="640080" cy="640080"/>
          </a:xfrm>
          <a:prstGeom prst="round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软雅黑"/>
              </a:defRPr>
            </a:pPr>
            <a:r>
              <a:t>神秘紫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011680"/>
            <a:ext cx="640080" cy="640080"/>
          </a:xfrm>
          <a:prstGeom prst="round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软雅黑"/>
              </a:defRPr>
            </a:pPr>
            <a:r>
              <a:t>花瓣粉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011680"/>
            <a:ext cx="640080" cy="640080"/>
          </a:xfrm>
          <a:prstGeom prst="round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软雅黑"/>
              </a:defRPr>
            </a:pPr>
            <a:r>
              <a:t>泪珠蓝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微软雅黑"/>
              </a:defRPr>
            </a:pPr>
            <a:r>
              <a:t>✨  视觉特效系统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花瓣粒子系统 — 全程飘落的花瓣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212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剑气波 — 葬花剑攻击弹道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505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火焰拖尾 — 赵姨娘火焰特效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7980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镜面碎片弹幕 — 镜中魔攻击特效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090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屏幕震动 + 低血量红色心跳环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•  伤害数字浮动（普通/暴击/治疗/Boss）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931920"/>
            <a:ext cx="10698480" cy="2651760"/>
          </a:xfrm>
          <a:prstGeom prst="roundRect">
            <a:avLst/>
          </a:prstGeom>
          <a:solidFill>
            <a:srgbClr val="150535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微软雅黑"/>
              </a:defRPr>
            </a:pPr>
            <a:r>
              <a:t>🏔️  三大场景 — 程序化 3D 世界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572000"/>
            <a:ext cx="3291840" cy="18288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DC4"/>
                </a:solidFill>
                <a:latin typeface="微软雅黑"/>
              </a:defRPr>
            </a:pPr>
            <a:r>
              <a:t>第一关 · 潇湘馆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983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竹林环绕的潇湘仙境</a:t>
            </a:r>
            <a:br/>
            <a:r>
              <a:t>紫色与青色主调</a:t>
            </a:r>
            <a:br/>
            <a:r>
              <a:t>花瓣飘落 · 薄雾弥漫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897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微软雅黑"/>
              </a:defRPr>
            </a:pPr>
            <a:r>
              <a:t>BOSS: 薛宝钗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4572000"/>
            <a:ext cx="3291840" cy="18288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94560"/>
                </a:solidFill>
                <a:latin typeface="微软雅黑"/>
              </a:defRPr>
            </a:pPr>
            <a:r>
              <a:t>第二关 · 荣国府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983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宏伟的古典宫殿建筑</a:t>
            </a:r>
            <a:br/>
            <a:r>
              <a:t>红色与金色主调</a:t>
            </a:r>
            <a:br/>
            <a:r>
              <a:t>火焰特效 · 庄严肃穆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5897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微软雅黑"/>
              </a:defRPr>
            </a:pPr>
            <a:r>
              <a:t>BOSS: 赵姨娘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572000"/>
            <a:ext cx="3291840" cy="182880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微软雅黑"/>
              </a:defRPr>
            </a:pPr>
            <a:r>
              <a:t>第三关 · 太虚幻境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4983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虚幻的镜像空间</a:t>
            </a:r>
            <a:br/>
            <a:r>
              <a:t>紫色与银色主调</a:t>
            </a:r>
            <a:br/>
            <a:r>
              <a:t>镜面反射 · 时空扭曲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5897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微软雅黑"/>
              </a:defRPr>
            </a:pPr>
            <a:r>
              <a:t>BOSS: 镜中魔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开发历程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微软雅黑"/>
              </a:defRPr>
            </a:pPr>
            <a:r>
              <a:t>⏱️  5 小时 · 14 次提交 · 从零到完整游戏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920240"/>
            <a:ext cx="38100" cy="457200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1965960"/>
            <a:ext cx="182880" cy="18288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17:02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微软雅黑"/>
              </a:defRPr>
            </a:pPr>
            <a:r>
              <a:t>v2 · 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20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3关卡完整Demo + 战斗手感调优 + BOSS AI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2514600"/>
            <a:ext cx="182880" cy="1828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94560"/>
                </a:solidFill>
                <a:latin typeface="微软雅黑"/>
              </a:defRPr>
            </a:pPr>
            <a:r>
              <a:t>17:12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94560"/>
                </a:solidFill>
                <a:latin typeface="微软雅黑"/>
              </a:defRPr>
            </a:pPr>
            <a:r>
              <a:t>v4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68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角色模型全面重做 + 行走/呼吸动画</a:t>
            </a:r>
          </a:p>
        </p:txBody>
      </p:sp>
      <p:sp>
        <p:nvSpPr>
          <p:cNvPr id="15" name="Oval 14"/>
          <p:cNvSpPr/>
          <p:nvPr/>
        </p:nvSpPr>
        <p:spPr>
          <a:xfrm>
            <a:off x="1920240" y="3063240"/>
            <a:ext cx="182880" cy="1828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D93D"/>
                </a:solidFill>
                <a:latin typeface="微软雅黑"/>
              </a:defRPr>
            </a:pPr>
            <a:r>
              <a:t>17:19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微软雅黑"/>
              </a:defRPr>
            </a:pPr>
            <a:r>
              <a:t>v5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017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模型迭代 + BGM修复 + 移动方向修正</a:t>
            </a:r>
          </a:p>
        </p:txBody>
      </p:sp>
      <p:sp>
        <p:nvSpPr>
          <p:cNvPr id="19" name="Oval 18"/>
          <p:cNvSpPr/>
          <p:nvPr/>
        </p:nvSpPr>
        <p:spPr>
          <a:xfrm>
            <a:off x="1920240" y="3611880"/>
            <a:ext cx="182880" cy="18288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B6C1"/>
                </a:solidFill>
                <a:latin typeface="微软雅黑"/>
              </a:defRPr>
            </a:pPr>
            <a:r>
              <a:t>17:50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6C1"/>
                </a:solidFill>
                <a:latin typeface="微软雅黑"/>
              </a:defRPr>
            </a:pPr>
            <a:r>
              <a:t>v6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MiniMax AI 真人BGM + UI布局优化（黑神话风格）</a:t>
            </a:r>
          </a:p>
        </p:txBody>
      </p:sp>
      <p:sp>
        <p:nvSpPr>
          <p:cNvPr id="23" name="Oval 22"/>
          <p:cNvSpPr/>
          <p:nvPr/>
        </p:nvSpPr>
        <p:spPr>
          <a:xfrm>
            <a:off x="1920240" y="4160520"/>
            <a:ext cx="182880" cy="18288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18:08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114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微软雅黑"/>
              </a:defRPr>
            </a:pPr>
            <a:r>
              <a:t>fix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BGM连续播放 + 剑光特效 + 代码清理</a:t>
            </a:r>
          </a:p>
        </p:txBody>
      </p:sp>
      <p:sp>
        <p:nvSpPr>
          <p:cNvPr id="27" name="Oval 26"/>
          <p:cNvSpPr/>
          <p:nvPr/>
        </p:nvSpPr>
        <p:spPr>
          <a:xfrm>
            <a:off x="1920240" y="4709160"/>
            <a:ext cx="182880" cy="1828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94560"/>
                </a:solidFill>
                <a:latin typeface="微软雅黑"/>
              </a:defRPr>
            </a:pPr>
            <a:r>
              <a:t>20:08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663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94560"/>
                </a:solidFill>
                <a:latin typeface="微软雅黑"/>
              </a:defRPr>
            </a:pPr>
            <a:r>
              <a:t>feat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三BOSS独特外观设计 + 关卡流程修复</a:t>
            </a:r>
          </a:p>
        </p:txBody>
      </p:sp>
      <p:sp>
        <p:nvSpPr>
          <p:cNvPr id="31" name="Oval 30"/>
          <p:cNvSpPr/>
          <p:nvPr/>
        </p:nvSpPr>
        <p:spPr>
          <a:xfrm>
            <a:off x="1920240" y="5257800"/>
            <a:ext cx="182880" cy="1828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D93D"/>
                </a:solidFill>
                <a:latin typeface="微软雅黑"/>
              </a:defRPr>
            </a:pPr>
            <a:r>
              <a:t>21:38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微软雅黑"/>
              </a:defRPr>
            </a:pPr>
            <a:r>
              <a:t>feat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212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第三关BGM重做 — 唢呐二胡太鼓黑神话红楼梦风格</a:t>
            </a:r>
          </a:p>
        </p:txBody>
      </p:sp>
      <p:sp>
        <p:nvSpPr>
          <p:cNvPr id="35" name="Oval 34"/>
          <p:cNvSpPr/>
          <p:nvPr/>
        </p:nvSpPr>
        <p:spPr>
          <a:xfrm>
            <a:off x="1920240" y="5806440"/>
            <a:ext cx="182880" cy="1828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9B59B6"/>
                </a:solidFill>
                <a:latin typeface="微软雅黑"/>
              </a:defRPr>
            </a:pPr>
            <a:r>
              <a:t>22:26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760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9B6"/>
                </a:solidFill>
                <a:latin typeface="微软雅黑"/>
              </a:defRPr>
            </a:pPr>
            <a:r>
              <a:t>final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5760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三BOSS阶段性战斗系统 + 按键残留修复 + 音频优化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项目亮点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201168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D93D"/>
                </a:solidFill>
                <a:latin typeface="微软雅黑"/>
              </a:defRPr>
            </a:pPr>
            <a:r>
              <a:t>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93D"/>
                </a:solidFill>
                <a:latin typeface="微软雅黑"/>
              </a:defRPr>
            </a:pPr>
            <a:r>
              <a:t>文化融合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黑神话 × 红楼梦</a:t>
            </a:r>
            <a:br/>
            <a:r>
              <a:t>两大国民IP创意碰撞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560320" cy="201168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ECDC4"/>
                </a:solidFill>
                <a:latin typeface="微软雅黑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CDC4"/>
                </a:solidFill>
                <a:latin typeface="微软雅黑"/>
              </a:defRPr>
            </a:pPr>
            <a:r>
              <a:t>极致效率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5小时从零到完整</a:t>
            </a:r>
            <a:br/>
            <a:r>
              <a:t>14次Git提交迭代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560320" cy="201168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94560"/>
                </a:solidFill>
                <a:latin typeface="微软雅黑"/>
              </a:defRPr>
            </a:pPr>
            <a:r>
              <a:t>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  <a:latin typeface="微软雅黑"/>
              </a:defRPr>
            </a:pPr>
            <a:r>
              <a:t>纯前端3D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Three.js程序化建模</a:t>
            </a:r>
            <a:br/>
            <a:r>
              <a:t>零外部模型/贴图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560320" cy="2011680"/>
          </a:xfrm>
          <a:prstGeom prst="roundRect">
            <a:avLst/>
          </a:prstGeom>
          <a:solidFill>
            <a:srgbClr val="150535"/>
          </a:solidFill>
          <a:ln w="19050"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B6C1"/>
                </a:solidFill>
                <a:latin typeface="微软雅黑"/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6C1"/>
                </a:solidFill>
                <a:latin typeface="微软雅黑"/>
              </a:defRPr>
            </a:pPr>
            <a:r>
              <a:t>AI 协作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MiniMax生成BGM</a:t>
            </a:r>
            <a:br/>
            <a:r>
              <a:t>Claude辅助编码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10698480" cy="1371600"/>
          </a:xfrm>
          <a:prstGeom prst="roundRect">
            <a:avLst/>
          </a:prstGeom>
          <a:solidFill>
            <a:srgbClr val="150535"/>
          </a:solidFill>
          <a:ln w="127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93D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JS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93D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关卡场景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93D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BOSS 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93D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玩家技能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93D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首BGM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93D"/>
                </a:solidFill>
                <a:latin typeface="微软雅黑"/>
              </a:defRPr>
            </a:pPr>
            <a:r>
              <a:t>~216KB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代码量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303520"/>
            <a:ext cx="10698480" cy="128016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53949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B6C1"/>
                </a:solidFill>
                <a:latin typeface="微软雅黑"/>
              </a:defRPr>
            </a:pPr>
            <a:r>
              <a:t>「 花谢花飞花满天，红消香断有谁怜 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— 黛玉葬花  ·  以诗词入战斗，以文化铸游戏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感 谢 聆 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D93D"/>
                </a:solidFill>
                <a:latin typeface="微软雅黑"/>
              </a:defRPr>
            </a:pPr>
            <a:r>
              <a:t>黑神话·林黛玉  —  潇湘妃子，降世除魔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ECDC4"/>
                </a:solidFill>
                <a:latin typeface="微软雅黑"/>
              </a:defRPr>
            </a:pPr>
            <a:r>
              <a:t>Three.js + WebAudio API  ·  纯前端 3D 动作游戏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腾讯黑客松 2026  ·  所有图形与音效均为程序化生成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2620</Words>
  <Application>WPS 演示</Application>
  <PresentationFormat>On-screen Show (4:3)</PresentationFormat>
  <Paragraphs>389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         </cp:lastModifiedBy>
  <cp:revision>2</cp:revision>
  <dcterms:created xsi:type="dcterms:W3CDTF">2026-06-20T14:44:03Z</dcterms:created>
  <dcterms:modified xsi:type="dcterms:W3CDTF">2026-06-20T14:44:03Z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3D4F1A144494792E33A7366A1039E5E4_42</vt:lpwstr>
  </property>
  <property fmtid="{D5CDD505-2E9C-101B-9397-08002B2CF9AE}" pid="3" name="KSOProductBuildVer">
    <vt:lpwstr>2052-12.1.26016.26016</vt:lpwstr>
  </property>
</Properties>
</file>